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/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theme/theme1.xml><?xml version="1.0" encoding="utf-8"?>
<a:theme xmlns:a="http://schemas.openxmlformats.org/drawingml/2006/main" name="Minimal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